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Document Analysis</a:t>
            </a:r>
          </a:p>
        </p:txBody>
      </p:sp>
      <p:sp>
        <p:nvSpPr>
          <p:cNvPr id="3" name="Subtitle 2"/>
          <p:cNvSpPr>
            <a:spLocks noGrp="1"/>
          </p:cNvSpPr>
          <p:nvPr>
            <p:ph type="subTitle" idx="1"/>
          </p:nvPr>
        </p:nvSpPr>
        <p:spPr/>
        <p:txBody>
          <a:bodyPr/>
          <a:lstStyle/>
          <a:p>
            <a:r>
              <a:rPr dirty="0"/>
              <a:t>Generated by </a:t>
            </a:r>
            <a:r>
              <a:rPr lang="en-US" dirty="0" err="1"/>
              <a:t>NerdNET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Point 1</a:t>
            </a:r>
          </a:p>
        </p:txBody>
      </p:sp>
      <p:sp>
        <p:nvSpPr>
          <p:cNvPr id="3" name="Content Placeholder 2"/>
          <p:cNvSpPr>
            <a:spLocks noGrp="1"/>
          </p:cNvSpPr>
          <p:nvPr>
            <p:ph idx="1"/>
          </p:nvPr>
        </p:nvSpPr>
        <p:spPr/>
        <p:txBody>
          <a:bodyPr>
            <a:normAutofit fontScale="92500" lnSpcReduction="10000"/>
          </a:bodyPr>
          <a:lstStyle/>
          <a:p>
            <a:r>
              <a:rPr lang="en-US" b="0" i="0" dirty="0">
                <a:solidFill>
                  <a:srgbClr val="31333F"/>
                </a:solidFill>
                <a:effectLst/>
                <a:latin typeface="Source Sans Pro" panose="020B0503030403020204" pitchFamily="34" charset="0"/>
              </a:rPr>
              <a:t>Understanding TCP" - TCP, or Transmission Control Protocol, is the Internet's transport-layer, connection-oriented, reliable transport protocol. It ensures reliable data transfer by utilizing principles such as error detection, retransmissions, cumulative acknowledgments, timers, and header fields for sequence and acknowledgment numbers. TCP is defined in several RFCs including RFC 793, RFC 1122, RFC 1323, RFC 2018, and RFC 2581.</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Point 2</a:t>
            </a:r>
          </a:p>
        </p:txBody>
      </p:sp>
      <p:sp>
        <p:nvSpPr>
          <p:cNvPr id="3" name="Content Placeholder 2"/>
          <p:cNvSpPr>
            <a:spLocks noGrp="1"/>
          </p:cNvSpPr>
          <p:nvPr>
            <p:ph idx="1"/>
          </p:nvPr>
        </p:nvSpPr>
        <p:spPr/>
        <p:txBody>
          <a:bodyPr>
            <a:normAutofit fontScale="92500" lnSpcReduction="20000"/>
          </a:bodyPr>
          <a:lstStyle/>
          <a:p>
            <a:r>
              <a:rPr lang="en-US" b="0" i="0" dirty="0">
                <a:solidFill>
                  <a:srgbClr val="31333F"/>
                </a:solidFill>
                <a:effectLst/>
                <a:latin typeface="Source Sans Pro" panose="020B0503030403020204" pitchFamily="34" charset="0"/>
              </a:rPr>
              <a:t>The TCP Connection" - TCP is connection-oriented, meaning that before data transfer can begin, the two application processes must first "handshake" to establish the parameters of the data transfer. This connection is not a physical one, but a logical one, with the state residing only in the TCPs in the two communicating end systems. A TCP connection provides a full-duplex service, allowing data to flow in both directions simultaneously. However, TCP does not support multicasting</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Point 3</a:t>
            </a:r>
          </a:p>
        </p:txBody>
      </p:sp>
      <p:sp>
        <p:nvSpPr>
          <p:cNvPr id="3" name="Content Placeholder 2"/>
          <p:cNvSpPr>
            <a:spLocks noGrp="1"/>
          </p:cNvSpPr>
          <p:nvPr>
            <p:ph idx="1"/>
          </p:nvPr>
        </p:nvSpPr>
        <p:spPr/>
        <p:txBody>
          <a:bodyPr>
            <a:normAutofit fontScale="92500" lnSpcReduction="20000"/>
          </a:bodyPr>
          <a:lstStyle/>
          <a:p>
            <a:r>
              <a:rPr lang="en-US" b="0" i="0" dirty="0">
                <a:solidFill>
                  <a:srgbClr val="31333F"/>
                </a:solidFill>
                <a:effectLst/>
                <a:latin typeface="Source Sans Pro" panose="020B0503030403020204" pitchFamily="34" charset="0"/>
              </a:rPr>
              <a:t>TCP and Reliable Data Transfer" - TCP provides reliable data transfer by using timeouts and duplicate acknowledgments to recover from lost segments. Each transmitted but not yet acknowledged segment is associated with an individual timer. However, to reduce overhead, TCP typically uses a single retransmission timer. The process of data transmission and retransmission in the TCP sender involves three major events: data received from the application above, timer timeout, and acknowledgment.</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TotalTime>
  <Words>256</Words>
  <Application>Microsoft Office PowerPoint</Application>
  <PresentationFormat>On-screen Show (4:3)</PresentationFormat>
  <Paragraphs>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Source Sans Pro</vt:lpstr>
      <vt:lpstr>Office Theme</vt:lpstr>
      <vt:lpstr>Document Analysis</vt:lpstr>
      <vt:lpstr>Key Point 1</vt:lpstr>
      <vt:lpstr>Key Point 2</vt:lpstr>
      <vt:lpstr>Key Point 3</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Fatima Hassouna</cp:lastModifiedBy>
  <cp:revision>3</cp:revision>
  <dcterms:created xsi:type="dcterms:W3CDTF">2013-01-27T09:14:16Z</dcterms:created>
  <dcterms:modified xsi:type="dcterms:W3CDTF">2025-04-24T21:14:15Z</dcterms:modified>
  <cp:category/>
</cp:coreProperties>
</file>