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Network Protocol Analysis</a:t>
            </a:r>
          </a:p>
        </p:txBody>
      </p:sp>
      <p:sp>
        <p:nvSpPr>
          <p:cNvPr id="3" name="Subtitle 2"/>
          <p:cNvSpPr>
            <a:spLocks noGrp="1"/>
          </p:cNvSpPr>
          <p:nvPr>
            <p:ph type="subTitle" idx="1"/>
          </p:nvPr>
        </p:nvSpPr>
        <p:spPr/>
        <p:txBody>
          <a:bodyPr/>
          <a:lstStyle/>
          <a:p>
            <a:r>
              <a:t>Generated by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Point 1</a:t>
            </a:r>
          </a:p>
        </p:txBody>
      </p:sp>
      <p:sp>
        <p:nvSpPr>
          <p:cNvPr id="3" name="Content Placeholder 2"/>
          <p:cNvSpPr>
            <a:spLocks noGrp="1"/>
          </p:cNvSpPr>
          <p:nvPr>
            <p:ph idx="1"/>
          </p:nvPr>
        </p:nvSpPr>
        <p:spPr/>
        <p:txBody>
          <a:bodyPr/>
          <a:lstStyle/>
          <a:p>
            <a:r>
              <a:t>IP refers to Internet Protocol. It is a key aspect of the network layer on the Internet. There are two versions of IP in use today, IPv4 and IPv6. IPv4 is the widely deployed version, while IPv6 has been proposed to replace IPv4. IP addressing is crucial to understanding how the Internet’s network layer works.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